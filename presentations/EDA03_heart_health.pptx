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E7490"/>
                </a:solidFill>
                <a:latin typeface="Calibri"/>
              </a:rPr>
              <a:t>EDA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Pulse of Prevention: Analyzing Heart Health for Better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1F5F9"/>
                </a:solidFill>
                <a:latin typeface="Calibri"/>
              </a:rPr>
              <a:t>Heart disease clinical records (Kaggle johnsmith88/heart-disease-dataset / UCI Cleveland family)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1)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HealthPulse Analytics profiles cardiology patients to find demographic and clinical factors linked to heart-disease diagnosis and to support earlier prevention.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Internal: Management, Healthcare providers, Data analysts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External: Patients, Cardiology research institute, Policymakers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2)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The institute needs a high-risk patient profile from age, sex, chest pain, blood pressure, cholesterol, ECG, exercise tests, fluoroscopy vessel counts, and thalassemia — then clear prevention actions for clinicians and patients.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3) Proposed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Validate types, map target to binary disease, drop duplicates, and winsorize extreme labs.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Describe demographics and clinical distributions.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Correlate features with diagnosis; compare groups with t-tests and crosstabs.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Fit a standardized logistic regression with a stratified hold-out set (AUC, F1).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State ethical limits: this is decision support, not an autonomous diagnosis.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4) Data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rows_raw: 303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rows_clean: 302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disease_prevalence: 0.543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mean_age: 54.42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features: ['age', 'sex', 'cp', 'trestbps', 'chol', 'fbs', 'restecg', 'thalach', 'exang', 'oldpeak', 'slope', 'ca', 'thal']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Data dictionary: see docs/CASE_STUDY.md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4) Data Overview — charts</a:t>
            </a:r>
          </a:p>
        </p:txBody>
      </p:sp>
      <p:pic>
        <p:nvPicPr>
          <p:cNvPr id="5" name="Picture 4" descr="01_age_by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394960" cy="2863812"/>
          </a:xfrm>
          <a:prstGeom prst="rect">
            <a:avLst/>
          </a:prstGeom>
        </p:spPr>
      </p:pic>
      <p:pic>
        <p:nvPicPr>
          <p:cNvPr id="6" name="Picture 5" descr="02_sex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51560"/>
            <a:ext cx="5394960" cy="2865733"/>
          </a:xfrm>
          <a:prstGeom prst="rect">
            <a:avLst/>
          </a:prstGeom>
        </p:spPr>
      </p:pic>
      <p:pic>
        <p:nvPicPr>
          <p:cNvPr id="7" name="Picture 6" descr="03_corre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703320"/>
            <a:ext cx="5394960" cy="3017973"/>
          </a:xfrm>
          <a:prstGeom prst="rect">
            <a:avLst/>
          </a:prstGeom>
        </p:spPr>
      </p:pic>
      <p:pic>
        <p:nvPicPr>
          <p:cNvPr id="8" name="Picture 7" descr="04_chest_p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703320"/>
            <a:ext cx="5394960" cy="28676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5) 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After cleaning, disease prevalence is 54.3% of unique patient rows.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Mean age is 54.4 years; the cohort is mixed but typically middle-to-older adult.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The strongest numeric association with diagnosis in this extract is exang (r=-0.44).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Exercise angina share is 32.8%; max heart rate averages differ by angina status.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A simple logistic model reaches AUC 0.86 on unseen rows — useful for ranking risk, not replacing ECG/clinical judgment.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5) Key Findings — charts</a:t>
            </a:r>
          </a:p>
        </p:txBody>
      </p:sp>
      <p:pic>
        <p:nvPicPr>
          <p:cNvPr id="5" name="Picture 4" descr="05_thal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394960" cy="2865733"/>
          </a:xfrm>
          <a:prstGeom prst="rect">
            <a:avLst/>
          </a:prstGeom>
        </p:spPr>
      </p:pic>
      <p:pic>
        <p:nvPicPr>
          <p:cNvPr id="6" name="Picture 5" descr="06_pairplot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51560"/>
            <a:ext cx="5394960" cy="49550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6)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UCI Cleveland-style data is small, referred, and historically male-skewed.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No follow-up time, so survival analysis is not supported despite the prompt's wording.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Coding of cp/thal/ca can differ across mirrors of the dataset.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Outlier clipping and duplicate removal change counts versus the raw Kaggle file (often duplicated).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Models can encode historical care bias; they must stay under clinician review and privacy controls.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7)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Heart-disease labels in this table cluster with chest-pain type, ST depression, exercise angina, vessel counts, and max heart rate. Prevention should target those markers plus blood pressure and cholesterol, with sex-aware screening rather than a single threshold.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8)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Flag patients with typical high-risk combinations (chest pain + exang + elevated oldpeak/ca) for faster cardiology review.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Pair lipid and blood-pressure programs with the age groups that dominate the cohort.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Do not treat fasting blood sugar alone as a sufficient screen; combine it with exercise ECG markers.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Keep any predictive score as a triage aid; document consent, purpose limitation, and audit of errors.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Collaborate with clinicians to recode features and refresh the model as new labeled visits arrive.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